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如何重新定义软件开发》。可以把今天当成一个准工程师问题：如果 AI 已经能帮你快速写出大量代码，真正难的事情还剩什么？报告会以 BitFun 的真实开发经验为入口，但重点不是复盘项目细节，也不是比较哪个工具更强。今天的主线可以概括成一句话：从代码产能，到可治理 Agentic SDLC。也就是说，AI 不只是帮人补全代码，而是逐步进入需求理解、实现、测试、评审、发布和复盘；软件工程要升级的，是如何把这些概率性的执行过程，收敛成团队能判断、能追责、能复用的工程结果。
转场：先看今天的四个主题，后面会用一个贯穿案例把它们串起来。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讲述目标：用四个模块组织全篇：软件工程变革、速度的背后、工程质量与治理、开发者角色。
可选提问：AI 研发的收益，应该看代码量、局部速度，还是端到端风险可控？
讲稿：今天分四个部分。第一，软件工程变革：从 BitFun 的高吞吐开发经验出发，看 AI 放大代码产出后，软件工程真正被挑战的是什么。第二，速度的背后：看行业工具和研究为什么都在从“会不会写代码”转向“能不能进入工程系统”。第三，工程质量与治理：这里会用一个具体功能贯穿，假设我们要做 PR 自动摘要，从需求到任务、实现到验证、评审到交付、发布到运维，逐步看每一步要留下什么证据。第四，开发者角色：回到个人成长，讨论强一点的本科生或准新人，未来应该训练哪些能力，才能让 AI 放大自己的专业判断，而不是替代自己的理解。
转场：先从 BitFun 的实际开发经验进入，看为什么代码量不是终点。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统计把问题落到真实场景：代码增长后，净收益要看端到端周期、评审等待、返工率、失败重跑和线上风险。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行代码，但数字本身不是重点。对一个准工程师来说，更应该追问：这些代码凭什么可以合并，哪些测试证明它没破坏旧功能，reviewer 怎么快速看懂，出了问题能不能回滚。AI 确实让想法更快变成原型，让个人可以承担过去需要多人探索的工作；但代码更快进入仓库以后，真正的问题会转移到验证覆盖、评审等待、返工闭环和长期维护。高吞吐不是净收益的证明，只说明生产环节已经被放大。更合理的收益口径，应该看端到端周期、评审等待、返工率、失败重跑、线上风险和维护者理解成本。
转场：这个判断不能只靠单个项目经验，接下来看看行业里正在出现的工作方式变化。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则是一个有趣但也很专业的信号：它不是让工程师无原则答应需求，而是要求工程师设计一条能安全说 Yes/Go 的路径。对学生来说，这里的启发是，未来工具不只比谁生成代码更快，还会比谁更会管理身份、权限、执行环境、评审证据和回滚路径。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的产品演进方向：任务委托、治理护栏和证据复盘三类能力最值得优先产品化，并明确 BitFun/ADE 的本地工程上下文定位。
可选提问：如果 IDE 边界已经外扩，BitFun/ADE 后续应该补的是哪些系统能力？
讲稿：如果把这些行业信号拆成产品能力，三个方向最清楚。第一是入口与委托：GitHub Agent HQ、Copilot coding agent 和 Codex Cloud 都把任务从 issue、聊天、CLI 或 IDE 交给独立环境执行，再把结果回到分支和 PR。第二是治理与护栏：GitHub 的 model picker、自检、安全扫描、自定义 agent，以及 Claude Code 的 subagent、权限、hooks、worktree 隔离，都在把自动执行变成可选择、可拦截、可恢复的流程。第三是证据与复盘：session logs、规则上下文、trace、evals 和失败样本库，正在成为团队判断 AI 变更能否合并的依据。AIDev 把几十万级 Agentic PR 作为研究对象，也说明未来竞争点会落在 PR、评审、失败和协作数据。对 BitFun/ADE 来说，重点不是再做一个云端 Agent，而是在 IDE 和本地工程上下文里组织规则、权限、执行证据和协作边界。下一步我们用一个具体功能把这三个方向串起来。
转场：接下来假设要做一个 PR 自动摘要能力，看它如何走完整条研发链路。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页：案例链路
建议时长：约 1.2 分钟
讲述目标：用一个贯穿功能降低抽象感：PR 自动摘要从需求、任务、实现、评审、发布反馈走完整链路。
可选提问：如果让 AI 做一个 PR 自动摘要功能，怎样才算真正交付完成？
讲稿：为了避免后面变成概念罗列，我们从这里开始用一个贯穿案例：假设 BitFun 要做一个 PR 自动摘要功能。这个功能听起来很简单：AI 看 PR，然后生成摘要、风险点和测试建议。但如果把它放进真实工程，就会发现它不是只写一个接口或者一个 prompt。第一步要明确需求：摘要给谁看，解决什么问题，不做什么。第二步要转成任务契约：输入、目标、非目标、验收标准和风险边界。第三步是实现和验证：代码、测试、日志、异常场景要能复现。第四步是评审到交付：PR 里不能只有 diff，还要有摘要样例、测试日志、风险 Owner 和回滚路径。第五步是发布到运维：摘要不准、误导 reviewer、性能变慢、权限越界，都要回到下一轮规则和测试。沿着这条链路看，ADE 的价值就不只是更强 IDE，而是让 Agent 能力贯穿需求、实现、评审和反馈。
转场：先看第一步：一个想法怎样变成 AI 可以执行、团队可以验收的任务。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 PR 自动摘要说明任务契约：把模糊需求转成可执行、可验收、可追责的输入。
可选提问：一个需求什么时候才适合交给 Agent 执行？
讲稿：第一步不是让 AI 直接写代码，而是把需求转成任务契约。以 PR 自动摘要为例，模糊说法是“帮 reviewer 总结一下 PR”。工程化说法要更具体：输入是 PR diff、commit、issue、测试日志和仓库规则；目标是给出变更摘要、影响范围、风险点和建议检查项；非目标是不能替 maintainer 做最终合并判断，也不能读取超出权限的私有信息；验收标准是摘要能覆盖关键文件、能指出测试证据、能识别高风险模块，并且失败时有降级策略。人的职责是定义成功和边界，AI 可以帮助拆需求、查上下文、生成任务计划，但不能替人决定产品取舍。这个节点的产物不是代码，而是一份可执行任务单。它决定后面实现、验证、评审到底拿什么判断对错。
转场：任务契约明确以后，再让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讲述目标：用 PR 自动摘要说明概率过程与确定性验证：每轮修改都要留下可复现证据。
可选提问：如果实现过程是概率性的，团队靠什么判断它真的完成了？
讲稿：第二个节点是实现到验证。这里要处理一个核心矛盾：模型生成代码的过程可以是概率性的，但软件工程最后要的是确定性的运行结果。PR 自动摘要的实现可能会改前端展示、摘要生成逻辑、权限读取、日志记录和测试用例；Agent 可以尝试不同实现路径，但每一轮结束时都要能回答四个问题：改了什么，为什么这么改，跑了哪些检查，失败在哪里。这里需要三层保护。第一是隔离执行，探索不要直接污染主线。第二是验证矩阵，前端交互、摘要准确性、权限边界、异常降级要各有检查。第三是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讲述目标：用 PR 自动摘要说明 Artifact 包：让维护者或团队负责人敢判断、敢合并、敢回滚。
可选提问：维护者或团队负责人如何验证陌生的大量 AI 变更是否值得合并？
讲稿：第三个节点是评审到交付。AI 带来的真实压力不是多了几行代码，而是维护者要在更短时间里判断更大的变更是否可信。以 PR 自动摘要为例，评审对象不能只有最终 diff，还应该有一包 Artifact：任务契约、关键设计差异、摘要样例、测试结果、权限检查、影响范围、剩余风险和回滚路径。Artifact 不应该靠开发者手工整理，也不应该要求人回看每一步操作；它应该由平台从任务契约、diff、测试日志、风险说明、Owner 审批和回滚路径自动生成，并与 PR 或发布记录绑定。开源项目里，这能帮助维护者建立对陌生贡献的信任；企业项目里，它能帮助跨团队角色对齐责任。AI 可以辅助预评审、生成说明、比对规则、提示高风险文件；但人要做风险仲裁，判断质量例外是否可接受，是否需要架构 Owner、测试 Owner 或发布 Owner 介入。
转场：代码合并或发布以后，工程链路还没有结束，反馈必须回到下一轮研发系统。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讲述目标：用 PR 自动摘要说明反馈记忆：线上问题如何回流到规则、测试、架构边界和样本库。
可选提问：AI 参与交付后，线上问题和长期维护经验如何变成下一轮能力？
讲稿：第四个节点是发布到运维。AI 时代很容易把注意力放在生成和合并之前，但真正的长期质量要看发布以后。PR 自动摘要上线后，可能出现摘要遗漏关键风险、把测试失败解释错、在大 PR 上变慢、读取了不该读的上下文，或者被 reviewer 误用成自动合并理由。这些都不能只作为一次 bug 修掉，而要回到下一轮任务契约、测试用例、规则上下文和架构边界里。BitFun/ADE 在这里可以做两件事：第一，把运行证据组织成 Agent 可用的上下文，例如哪些摘要经常误判、哪些模块风险提示不足、哪些测试缺口导致返工。第二，把反馈沉淀成可复用资产，例如摘要规则、回归样本、权限检查和风险模板。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讲稿：最后看开发者角色。团队层面，未来的重点不是追求全自动，而是建设可治理交付系统：把任务契约、隔离执行、验证矩阵、Artifact 包和反馈记忆做成平台能力；用净时间、返工率、评审压力和线上风险判断真实收益。个人层面，变化不是远离代码，而是判断位置前移。对强一点的本科生或准新人，我建议把训练重点放在四件事。第一，定义问题：能说清目标、非目标、用户场景和验收标准。第二，读懂系统：能理解架构约束、依赖关系、历史决策和运行边界。第三，设计验证：能把测试、日志、性能、安全、回滚放进交付标准。第四，承担判断：知道什么可以自动推进，什么必须补证据，出了问题如何解释和复盘。AI 会降低实现门槛，但会提高系统理解和工程判断的要求。未来更强的开发者，不是不用 AI，而是能让 AI 放大自己的专业判断。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定价？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的未来不是让软件工程消失，而是迫使软件工程升级；真正值得建设的是能把需求、实现、验证、评审和反馈串起来的 ADE。谢谢大家。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5\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2026-05-26T06:50:41Z</dcterms:created>
  <dcterms:modified xsi:type="dcterms:W3CDTF">2026-05-26T06:50:41Z</dcterms:modified>
</cp:coreProperties>
</file>