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开发经验出发，补一页传统软件工程到人加 Agent 协作的模式变化，再推导到智能协作系统。第二是速度的背后，讨论为什么产出变快并不等于交付线性变快，以及概率性过程如何通过确定性证据获得高置信度。第三是工程质量与治理，结合外部报告和 BitFun 方法论，看质量门禁、DFX、TDD、Artifact 治理会怎样演进。第四是开发者角色，讨论人在这个系统里如何找到关键位置，而不是只停留在“会不会被替代”的问题上。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页：单月 10W+ 行代码之后，问题真的变少了吗？
建议时长：约 1.4 分钟
页内重点：先案例后抽象：把 BitFun 作为实际入口，而不是先讲概念。
互动提问：如果一个项目单月写出 10W+ 行代码，第一反应该是兴奋还是审计？
讲稿：先从一个具体入口看：在 GCWing/BitFun 仓库里，以 2026 年 4 月 22 日到 5 月 22 日的一个月窗口统计，作者 limityan 在 main 分支上有 241 个提交，新增 185,533 行、删除 46,479 行。这个统计口径不用于证明代码越多越好，而是作为一个压力测试入口：当代码生产速度被 AI 放大以后，需求变化会更频繁，原型可以更快从想法变成可运行样例，个人也可以先完成过去需要小团队配合的探索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页：主线：产出放大后，协作对象变了
建议时长：约 1.2 分钟
页内重点：承接 BitFun 案例，说明代码产出放大后，协作对象从代码扩展到任务委派、角色分工、证据放行，并用实际文档/验证片段展示证据形态。
互动提问：当 Agent 也能开分支、跑测试、提交 PR 时，团队到底要管理什么？
讲稿：由 BitFun 的高速开发经验往上推，主线不是“AI 多写了代码”，而是协作对象变了。过去我们主要管理人和人之间的协作，以及代码进入仓库的流程；现在多了异步 Agent、角色化 Agent、工具执行、测试结果、trace、风险说明和回滚路径。这页只讲三个变化。第一，任务委派：你不只是让 AI 写一段代码，而是把目标、非目标、影响范围和验收标准交给 Agent，让它在独立工作区探索。第二，角色分工：实现、测试、评审、安全、文档不一定由同一个 Agent 或同一个流程完成，团队要管理权限、上下文和生命周期。第三，证据放行：人看的重点不是每一步 prompt，而是目标是否明确、证据是否足够、风险是否可接受、责任是否能落地。所以 AI 时代的软件工程，不是多一个助手，而是把任务、证据和责任一起纳入协作系统。
转场：协作对象变多以后，真正的治理问题就出现了：AI 可以概率性探索，但系统必须确定性放行。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页：从传统 SDLC 到人 + Agent SDLC
建议时长：约 1.0 分钟
页内重点：为高校听众补齐复杂项目中的角色、流程和交付件，再说明 AI 进入后变化在哪里。
互动提问：如果没有做过完整复杂项目，怎么理解软件工程不是“写代码”这一件事？
讲稿：为了避免把软件工程讲成抽象概念，这里补一页传统模式。过去一个完整项目通常不是一个人从头写到尾，而是产品定义需求和验收，设计给出交互和视觉，开发拆分模块和接口，测试建立用例和回归，运维关注发布、监控和故障恢复。每个角色都有交付件：PRD、设计稿、接口文档、代码和 PR、测试报告、发布记录、监控告警。AI 进入以后，角色不会简单消失，但交付件会变化。产品和开发要把目标、非目标、边界和验收标准写得更清楚；Agent 在隔离工作区里生成计划、代码、测试和日志；平台用 CI、权限、trace 和风险规则做阶段门禁；人类负责最终取舍、责任解释和发布放行。这个变化的核心是：软件工程从人和人之间交接文档，变成 人、人、Agent、Agent 与平台共同维护可验证证据。
转场：有了这个完整流程视角，再讨论概率过程和证据放行就更具体。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页：关键机制：概率过程，证据放行
建议时长：约 1.6 分钟
页内重点：说明如何用 Harness 保护、证据包、阶段门禁和人工判断收敛概率性过程。
互动提问：如果每一步都有 99% 正确率，十步之后系统还可信吗？
讲稿：这页是前面协作变化之后的关键机制：我们不要求 AI 的每一步都确定正确，而是允许过程概率性探索，同时把结果放行建立在确定性证据上。AI 的不确定性不只来自某一次回答，团队里不同人可能使用不同模型，同一模型不同版本能力也会波动；如果一个 Agent Team 中每一步都把前一步结论当事实输入，错误会像串联系统一样累乘，0.99 的十次方大约只有 0.90。解决办法不是让人类盯住每一步 prompt，而是建立阶段门禁和证据包。左边是概率探索层，Harness 要提供沙箱、权限、危险操作拦截、失败回注和 trace；中间是证据包，把 diff、测试、日志、风险、回滚路径压缩成人能判断的交付对象；右边是阶段门禁，在计划到实现、实现到评审、评审到合并这些阶段转换处检查完整性、契约、测试、owner 和风险。人类参与的重点也从过程监督变成判断辅助：看摘要、差异、来源、不一致提示和风险解释。也就是说，用可控系统解决不可控过程，核心不是记录更多细节，而是把复杂过程收敛为可审查、可复现、可回滚的证据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页：速度的代价：把返工变成可管理队列
建议时长：约 1.3 分钟
页内重点：把速度提升后的隐形成本落到可执行的度量、分流和修复闭环。
互动提问：当 AI 让代码进入仓库的速度变快，团队怎样避免 review、返工和集成变成新瓶颈？
讲稿：前一页说速度收益不是指数曲线，这一页回答“代价该怎么处理”。AI 让写代码变快以后，新的瓶颈通常不是打字速度，而是 review 队列、返工循环、CI 不稳定、跨团队集成和线上恢复。第一步要把成本显性化：不要只看生成了多少代码，而要看从需求到可验证结果的净时间、PR 等待、返工率、失败重跑、MTTR。METR 的开源开发者实验提醒我们，熟悉项目里使用 AI 也可能变慢；Harness 的报告则说明，评审、修 bug、工具切换会成为隐形工作。第二步是入口风险分流：不是所有 AI 变更都走同一条审批线，而是按 owner、diff 大小、模块热度、SLO 影响做风险打标，低风险自动验证，高风险进入设计和人工评审。第三步是闭环修复：SWE-CI 把 Agent 评估放进连续集成循环，SWE-PRBench 提醒 AI 评审还不能当最终裁决，AgentTrace 和 AgentRx 这类工作则把失败步骤和根因变成可定位对象。这样速度提升才不会把成本甩给最后一个 reviewer，而是进入一个可度量、可分流、可修复的工程队列。
转场：把代价管住以后，下一步才是讨论开源和大厂场景下的质量治理形态。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页：工程质量：从门禁到智能护栏
建议时长：约 1.4 分钟
页内重点：突出开源与大厂场景中的责任链、证据链与小批量反制不稳定。
互动提问：AI 让提交变多以后，维护者和大厂平台到底该看什么？
讲稿：原先第七页和第八页容易讲成重复的质量术语，这里把它收敛为一个治理问题：开源高质量协作强调公共责任，维护者要提升对陌生贡献或 AI-assisted 变更质量的信任度；大厂复杂交付强调系统连续性，组织要处理 owner、依赖链、合规、发布窗口、线上事故成本，以及贯穿整个系统的确定性工件。两者都不能只靠“多跑测试”。更有效的做法是把变化拆小，把责任、证据和 Artifact 绑定到每个小批次：谁拥有模块，谁确认设计边界，哪些测试和运行指标证明可以前进，失败时如何回滚。
转场：再往前看，DFX、TDD、架构守护都会出现 AI 时代的新形态。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页：下一代工程方法：让 DFX 与 TDD 变成 Agent 协议
建议时长：约 1.3 分钟
页内重点：回应 DFX/TDD 新形态：非特定工程的 AI 下解决方案、细化军规、用例形态升级。
互动提问：如果代码军规仍会被幻觉绕过，下一层护栏是什么？
讲稿：这里可以做一个前瞻判断：AI 时代的 DFX 不会只是 Design for X 的静态清单，而会变成一组可执行的 Agent 协议。比如性能、可观测性、安全、可维护性，不再只写在规范里，而是以检查项、基准、trace、回归用例、发布预算的形式进入 Agent 工作流。TDD 也会扩展：不只是先写单元测试再写实现，而是先定义失败证据、属性约束、运行观测和评估集，再让 Agent 在这些证据边界里修改。代码军规仍会有幻觉，所以规则要更细，但更关键的是规则要可执行：能被工具检查、能被 trace 回放、能被 review 独立仲裁。
转场：把这些方法落到 BitFun，就能看到一个 Agent 工程系统的雏形。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页：BitFun 的价值：把开发过程组织成团队工作流
建议时长：约 1.4 分钟
页内重点：把第九页落到可执行方法：Spec/Issue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页：开发者角色：在新工程系统中找准位置
建议时长：约 1.5 分钟
页内重点：收敛为四步，明确人在各阶段和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转场：最后把视角落到刚入职场的同学：AI 时代哪些能力更值得优先练。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页：刚入职场：四个能力方向
建议时长：约 1.1 分钟
页内重点：结合最新调研与论文，把开发者角色变化落到新人工程师可执行的能力方向。
互动提问：当 AI 可以帮你更快完成任务，第一年最应该刻意训练什么？
讲稿：最后把问题落到刚入职场的同学。外部信号其实很一致：Stack Overflow 2025 里 84% 开发者使用或计划使用 AI，但 46% 不信任 AI 输出准确性；Anthropic 2026 的受控实验显示，使用 AI 的参与者在刚学新库后的概念测验中低 17%，尤其是调试和理解能力受影响；Sonar 2026 则显示 AI 已经占到相当比例的提交代码，但只有不到一半开发者总是提交前验证。也就是说，新人的问题不是要不要用 AI，而是如何不把成长路径外包给 AI。这里给四个更可执行的方向。第一，保留代码读写与调试基本功：至少能解释核心实现、能复现错误、能定位边界条件。第二，训练证据驱动交付：把测试、CI、日志、trace、review 作为交付的一部分，而不是写完代码后的附属品。第三，学习上下文与 Artifact 组织：会写清楚需求、约束、验收、ADR、风险说明，因为 Agent 的质量高度依赖工程上下文。第四，承担责任边界：AI 可以生成和修复，人仍然要判断该不该做、能不能合、出了问题如何解释。可以把它留成讨论题：新人第一年应该追求更多产出，还是更多可解释的判断？哪些任务适合交给 AI，哪些任务必须自己亲手做一遍？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2026-05-22T08:56:56Z</dcterms:created>
  <dcterms:modified xsi:type="dcterms:W3CDTF">2026-05-22T08:56:56Z</dcterms:modified>
</cp:coreProperties>
</file>