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页内重点：首页：保留主题，强调 AI 带来的工程范式变化。
互动提问：如果 AI 已经能写很多代码，软件工程真正该升级什么？
讲稿：各位好，今天分享的主题还是《AI 如何重新定义软件开发》。这一版会更聚焦一个问题：AI 带来的变化不只是代码生成变快，而是软件工程开始从“管理人写代码”转向“管理人、AI、工具和证据共同协作”。BitFun 只是引子，我们不会展开项目细节，而是借它讨论未来工程系统如何吸收概率性产出、如何重新定义质量责任，以及开发者在新系统里应该站在哪里。
转场：先看目录，四个主题从案例、速度、治理一路落到开发者角色。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0.5 分钟
页内重点：目录页：四个大模块不超过四个，标题按用户建议调整。
互动提问：这 15 分钟，哪些问题最值得带走？
讲稿：这场报告分四个模块。第一是软件工程变革，先从 BitFun 的高速 AI 开发经验出发，再推导到智能协作系统。第二是速度的背后，讨论为什么产出变快并不等于交付线性变快，以及概率性过程如何通过确定性证据获得高置信度。第三是工程质量与治理，结合外部报告和 BitFun 方法论，看质量门禁、DFX、TDD、Artifact 治理会怎样演进。第四是开发者角色，讨论人在这个系统里如何找到关键位置，而不是只停留在“会不会被替代”的问题上。
转场：先从一个最直观的案例入口开始：代码量变大之后，问题到底有没有变少。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页：数十万行代码之后，问题真的变少了吗？
建议时长：约 1.4 分钟
页内重点：先案例后抽象：把 BitFun 作为实际入口，而不是先讲概念。
互动提问：如果一个项目一个月写出数十万行代码，第一反应该是兴奋还是审计？
讲稿：先从一个具体入口看：如果借助 AI，一个项目短时间内可以产生数十万行代码，这当然说明局部编码能力被放大了。但这里最有价值的不是数字，而是它暴露出的工程问题：需求变化会更频繁，原型验证会更快，个人可以先完成过去需要小团队配合的工作；与此同时，测试、review、架构理解、运行验证、知识沉淀不一定同步扩张。也就是说，代码量的膨胀不一定带来交付节奏等比例膨胀，它更像是把系统瓶颈从“写不出来”推向“能否验证、能否维护、能否协作、能否上线”。
转场：由这个案例往上推，就能看到 AI 时代软件工程对象正在发生扩张。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页：主线：产出放大后，协作对象变了
建议时长：约 1.4 分钟
页内重点：承接 BitFun 案例，说明代码产出放大后，协作对象从代码扩展到任务委派、角色分工、证据放行。
互动提问：当 Agent 也能开分支、跑测试、提交 PR 时，团队到底要管理什么？
讲稿：由 BitFun 的高速开发经验往上推，主线不是“AI 多写了代码”，而是协作对象变了。过去我们主要管理人和人之间的协作，以及代码进入仓库的流程；现在多了异步 Agent、角色化 Agent、工具执行、测试结果、trace、风险说明和回滚路径。这页只讲三个变化。第一，任务委派：你不只是让 AI 写一段代码，而是把目标、非目标、影响范围和验收标准交给 Agent，让它在独立工作区探索。第二，角色分工：实现、测试、评审、安全、文档不一定由同一个 Agent 或同一个流程完成，团队要管理权限、上下文和生命周期。第三，证据放行：人看的重点不是每一步 prompt，而是目标是否明确、证据是否足够、风险是否可接受、责任是否能落地。所以 AI 时代的软件工程，不是多一个助手，而是把任务、证据和责任一起纳入协作系统。
转场：协作对象变多以后，真正的治理问题就出现了：AI 可以概率性探索，但系统必须确定性放行。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页：关键机制：概率过程，证据放行
建议时长：约 1.6 分钟
页内重点：说明如何用 Harness 保护、证据包、阶段门禁和人工判断收敛概率性过程。
互动提问：如果每一步都有 99% 正确率，十步之后系统还可信吗？
讲稿：这页是前面协作变化之后的关键机制：我们不要求 AI 的每一步都确定正确，而是允许过程概率性探索，同时把结果放行建立在确定性证据上。AI 的不确定性不只来自某一次回答，团队里不同人可能使用不同模型，同一模型不同版本能力也会波动；如果一个 Agent Team 中每一步都把前一步结论当事实输入，错误会像串联系统一样累乘，0.99 的十次方大约只有 0.90。解决办法不是让人类盯住每一步 prompt，而是建立阶段门禁和证据包。左边是概率探索层，Harness 要提供沙箱、权限、危险操作拦截、失败回注和 trace；中间是证据包，把 diff、测试、日志、风险、回滚路径压缩成人能判断的交付对象；右边是阶段门禁，在计划到实现、实现到评审、评审到合并这些阶段转换处检查完整性、契约、测试、owner 和风险。人类参与的重点也从过程监督变成判断辅助：看摘要、差异、来源、不一致提示和风险解释。也就是说，用可控系统解决不可控过程，核心不是记录更多细节，而是把复杂过程收敛为可审查、可复现、可回滚的证据。
转场：有了这层纠偏系统，再看外部数据，会更容易理解为什么速度收益不是天然指数级增长。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页：速度收益不是指数曲线
建议时长：约 1.2 分钟
页内重点：补外部信息：DORA、METR、Harness 作为市场和研究佐证。
互动提问：为什么开发者感觉更快，团队整体却未必同等加速？
讲稿：外部研究给了我们一个更冷静的视角。DORA 2025 把 AI 描述为组织系统的放大器：高质量组织会被放大，原本碎片化的流程也会被放大；同时它也提醒，采用 AI 不等于自动获得收益，组织需要同步演进文化、流程和系统。METR 在 2025 对成熟开源项目做随机对照实验，发现经验开发者使用当时的 AI 工具反而慢 19%；2026 年 METR 又提醒，AI 工具正在进化，任务选择和多 Agent 使用让测量本身也变难。Harness 2026 则把问题落到工程管理上：很多团队的生产力指标变好，但 code review、修 bug、工具切换等隐形工作也在上升。结论不是 AI 没用，而是不要只用代码量衡量收益。
转场：所以第一个真正被重新定义的东西，是质量责任。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页：速度放大之后，质量责任被重新定义
建议时长：约 1.0 分钟
页内重点：解释从能跑到可放行的距离，承接前一页证据放行机制。
互动提问：AI 生成的代码能跑之后，距离可合并、可发布、可长期维护还差什么？
讲稿：当速度被放大之后，质量责任会从“这个功能能不能跑”扩展到“谁确认它可以进入系统”。功能能跑，只说明 happy path 暂时成立；设计不沉淀，意味着需求变化没有变成可复用的决策记录；协作被压缩，意味着个人加 Agent 很快，但团队共识可能不足；修复凭自信，意味着 Agent 可以给出看似合理的 patch，却没有复现、日志和验证。这里的关键是把“高置信度”从模型自信改成工程证据：证据不是附属材料，而是进入合并、发布和复盘的主路径。
转场：质量责任落地以后，工程治理需要从门禁转向更细的智能护栏。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页：工程质量：从门禁到智能护栏
建议时长：约 1.4 分钟
页内重点：突出开源与大厂场景中的责任链、证据链与小批量反制不稳定。
互动提问：AI 让提交变多以后，维护者和大厂平台到底该看什么？
讲稿：原先第七页和第八页容易讲成重复的质量术语，这里把它收敛为一个治理问题：开源高质量协作强调公共责任，维护者要提升对陌生贡献或 AI-assisted 变更质量的信任度；大厂复杂交付强调系统连续性，组织要处理 owner、依赖链、合规、发布窗口、线上事故成本，以及贯穿整个系统的确定性工件。两者都不能只靠“多跑测试”。更有效的做法是把变化拆小，把责任、证据和 Artifact 绑定到每个小批次：谁拥有模块，谁确认设计边界，哪些测试和运行指标证明可以前进，失败时如何回滚。
转场：再往前看，DFX、TDD、架构守护都会出现 AI 时代的新形态。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页：下一代工程方法：让 DFX 与 TDD 变成 Agent 协议
建议时长：约 1.3 分钟
页内重点：回应 DFX/TDD 新形态：非特定工程的 AI 下解决方案、细化军规、用例形态升级。
互动提问：如果代码军规仍会被幻觉绕过，下一层护栏是什么？
讲稿：这里可以做一个前瞻判断：AI 时代的 DFX 不会只是 Design for X 的静态清单，而会变成一组可执行的 Agent 协议。比如性能、可观测性、安全、可维护性，不再只写在规范里，而是以检查项、基准、trace、回归用例、发布预算的形式进入 Agent 工作流。TDD 也会扩展：不只是先写单元测试再写实现，而是先定义失败证据、属性约束、运行观测和评估集，再让 Agent 在这些证据边界里修改。代码军规仍会有幻觉，所以规则要更细，但更关键的是规则要可执行：能被工具检查、能被 trace 回放、能被 review 独立仲裁。
转场：把这些方法落到 BitFun，就能看到一个 Agent 工程系统的雏形。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页：BitFun 的价值：把开发过程组织成团队工作流
建议时长：约 1.4 分钟
页内重点：把第九页落到可执行方法：Spec/Issue -&gt; Agent Worktree -&gt; Evidence Packet -&gt; Independent Review -&gt; Gate/Merge。
互动提问：如果多个 Agent 同时参与，团队靠什么判断一个变更可以继续前进？
讲稿：回到 BitFun，它不是要证明某个模型更强，而是展示一个团队工作流的雏形。更可落地的做法是把一次 AI 开发压成五个稳定环节：第一，任务从 Issue 或 Spec 进入，明确目标、非目标和风险边界；第二，Agent 在隔离工作区执行，避免把探索过程直接污染主分支；第三，执行结束必须生成证据包，包括 diff 摘要、测试结果、日志、trace、未决风险和回滚路径；第四，评审要角色分离，发现问题、仲裁问题、修复问题、验证修复尽量不要由同一个角色闭环；第五，阶段门禁决定能否进入 PR、合并或发布。这里的关键不是记录每一步操作，而是把复杂过程压缩成团队能读、能审、能追责的交付对象和证据。
转场：最后，我们把视角切回开发者：人在这样的系统里到底做什么。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页：开发者角色：在新工程系统中找准位置
建议时长：约 1.5 分钟
页内重点：收敛为四步，明确人在各阶段和 AI 在各阶段的角色。
互动提问：AI 参与每个阶段后，人类开发者最不可替代的技能是什么？
讲稿：对学生来说，这页很关键：未来不是“人写代码，AI 帮忙补全”，而是人在不同阶段承担不同关键角色。第一步是定义问题，人负责价值判断、非目标和风险边界，AI 可以帮助整理信息和生成备选方案。第二步是组织上下文，人负责架构取舍和事实源选择，AI 负责检索、摘要和草拟计划。第三步是编排执行，人负责设置权限、节奏、验证矩阵和停止条件，AI 负责生成、修改、运行和反馈。第四步是证据放行，人负责最终责任、质量解释和复盘沉淀，AI 提供 trace、diff、测试结果和改进建议。所以编程基础仍重要，但能力结构会从语法实现，升级到问题定义、系统判断、证据审查和协作治理。
转场：最后用三条未来判断收束：未来几年软件工程会往哪里走。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页：三个未来判断
建议时长：约 0.9 分钟
页内重点：压缩前瞻页，作为收束而不是新增概念。
互动提问：未来两三年，软件工程里最先被重写的指标和方法是什么？
讲稿：最后用三条判断收束，不再展开新概念。第一，指标会从代码行数、commit 数转向净收益：需求到证据的时间、评审负担、返工率、故障恢复和知识沉淀。第二，角色会从单一开发者扩展成任务 owner、Agent 编排者、证据审查者和系统治理者，人的价值更多在目标、边界、取舍和责任。第三，工程协议会越来越重要：TDD、DFX、Code Review 不只是人的流程习惯，而会变成 Agent 可读取、可执行、可产证据的协议。未来优秀的软件人才，不只是会用 AI 写代码，而是能把 AI 放进可靠工程系统里工作。
转场：最后进入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13 页：谢谢
建议时长：Q&amp;A
页内重点：致谢页：去掉上方答疑互动说明，只保留主题和互动问题。
互动提问：围绕 AI 编程、工程治理和开发者角色继续讨论。
讲稿：以上就是主要内容。最后留两个问题和一个方向给大家：如果 AI 能显著扩大个人产出，团队还应该用什么指标判断真实收益？如果执行过程允许概率性，哪些证据必须保持确定性？以及开发者的技术成长会向哪些方向延伸，比如架构判断、上下文组织、证据设计和工程治理。接下来进入答疑互动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-v0.3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2026-05-21T11:53:38Z</dcterms:created>
  <dcterms:modified xsi:type="dcterms:W3CDTF">2026-05-21T11:53:38Z</dcterms:modified>
</cp:coreProperties>
</file>