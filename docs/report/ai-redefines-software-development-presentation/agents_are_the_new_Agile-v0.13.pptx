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 页：AI 如何重新定义软件开发
建议时长：约 0.5 分钟
讲述目标：建立主旨：BitFun 是入口，核心问题是如何把 AI 高速产出变成可验证、可治理、可复盘的交付系统。
可选提问：当代码生成不再稀缺，软件工程真正稀缺的是什么？
讲稿：各位好，今天分享的主题是《AI 如何重新定义软件开发》。报告会以 BitFun 的一段真实开发经验为入口，但重点不是复盘项目细节，也不是比较哪个工具更强。真正想讨论的是：当 AI 已经能显著放大代码产出以后，软件工程需要怎样升级，才能把这份速度变成稳定的交付能力。今天的主线可以概括成一句话：从代码产能，到可治理 Agentic SDLC。也就是说，AI 不只是帮人写代码，而是逐步进入需求理解、设计、实现、测试、评审、发布和复盘这些环节；相应地，团队要建设上下文、隔离执行、证据包、阶段门禁和反馈学习环，让概率性的执行过程收敛成可判断的工程结果。
转场：先看今天的四个主题，后面每一页都围绕这条主线展开。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页：目录
建议时长：约 0.7 分钟
讲述目标：用四个模块组织全篇：软件工程变革、速度的背后、工程质量与治理、开发者角色。
可选提问：AI 研发的收益，应该看代码量、局部速度，还是端到端风险可控？
讲稿：今天分四个部分。第一，软件工程变革：用 BitFun 的高吞吐开发经验说明，AI 带来的不是单点工具变化，而是软件生命周期中交付件和判断依据的变化。第二，速度的背后：行业研究和竞品实践都在提示，代码写得更快不等于项目交付指数级变快，收益必须被工程系统承接。第三，工程质量与治理：用 BitFun/ADE 的全链路产品范围做承接，再按需求到任务、实现到验证、评审到交付、发布到运维四个过程节点展开，说明如何把概率执行收敛成可判断交付。第四，开发者角色：讨论团队和个人在这个系统里分别需要做什么，尤其是刚进入职场的同学，哪些能力会变得更关键。
转场：先从 BitFun 的实际开发经验进入。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3 页：速度的背后
建议时长：约 1.3 分钟
讲述目标：用 BitFun 统计把问题落到真实场景：代码增长后，净收益取决于验证、评审、返工和维护承接。
可选提问：单月 10W+ 行代码更像生产力证明，还是工程系统压力测试？
讲稿：先看一个入口案例。在 GCWing/BitFun 仓库里，以 2026 年 4 月 22 日到 5 月 22 日为窗口，作者 limityan 在 main 分支上有 241 个提交，新增 185,533 行，删除 46,479 行。可以把它概括成单月 10W+ 行代码，但数字本身不是重点，它更像一个工程压力测试。AI 确实让想法更快变成原型，让个人可以承担过去需要多人探索的工作；但代码更快进入仓库以后，真正的问题会转移到验证覆盖、评审等待、返工闭环和长期维护。换句话说，高吞吐不是净收益的证明，只说明生产环节已经被放大。团队真正要问的是：这些变更凭什么可以合并，证据是否足够，风险能否回滚，后续维护是否还能看懂。AI 放大的不是单个键盘速度，而是从想法到反馈的回路；如果后面的工程承接没有同步升级，速度也可能变成新的压力。
转场：这个判断不能只靠单个项目经验，接下来先看行业里正在出现的工作方式变化。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4 页：IDE 的边界
建议时长：约 1.4 分钟
讲述目标：用行业新概念承接 BitFun 高吞吐现象，引出 IDE 从代码编辑器扩展为 Agent 运行、协作、审批和证据平台，同时带出工程师角色变化。
可选提问：为什么这些新词最后都在讨论运行环境、权限、协作和可审计性，而不是只讨论写代码？
讲稿：从 BitFun 的高吞吐现象往下看，讨论不能只停在“AI 写代码更快”。更值得关注的是，这些行业新概念共同指向了 IDE 边界的外扩。Agentic OS 说明 Agent 正在被当成独立运行主体，需要账号、权限、隔离环境和审计要求。ADE，也就是 Agentic Development Environment，说明开发环境正在从编辑器扩展成多 Agent 的控制平面。龙虾式 Workflow 说明自由对话之外，还需要类型化流程、审批门禁和可恢复执行，让 Agent 不必每一步都自由发挥。Yes Engineer 则是一个更有趣的工程文化信号：它不是让工程师无原则答应需求，而是要求工程师设计一条能安全说 Yes/Go 的路径。放在一起看，未来 IDE 的边界正在从写代码入口，扩展到 Agent 的身份、运行、协作、审批和证据平台；人的角色也从“我来写”更多转向“我来定义边界、证据和放行条件”。
转场：这些信号要进入真实团队，最终必须落成具体产品能力。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5 页：产品化
建议时长：约 1.5 分钟
讲述目标：从竞品和研究信号推导 ADE 的产品演进方向：任务委托、治理护栏和证据复盘三类能力最值得优先产品化。
可选提问：如果 IDE 边界已经外扩，BitFun/ADE 后续应该补的是哪些系统能力？
讲稿：如果把这些行业信号拆成产品能力，可以看到三个方向正在变得清晰。第一类是入口与委托：GitHub Agent HQ、Copilot coding agent 和 Codex Cloud 都在把任务入口放到 issue、聊天、CLI、移动端和 IDE 里，执行时进入独立云端环境，结果回到分支和 PR。第二类是治理与护栏：GitHub 继续把 model picker、自检、安全扫描、自定义 agent 和 CLI handoff 加到 coding agent；Claude Code 则用 subagent、权限、hooks、worktree 隔离，把自动执行拆成可配置、可拦截、可恢复的过程。第三类是证据与复盘：Agent session logs、规则上下文、trace、evals 和失败样本库，正在变成团队判断 AI 变更能否合并的依据。AIDev 这类研究已经把几十万级 Agentic PR 作为研究对象，说明未来不只是“工具好不好用”，而是要研究 agent 产出的 PR、评审、失败和协作数据。对 BitFun/ADE 来说，产品方向不应该停留在更大的聊天入口，而是一套可委托、可治理、可复盘的研发系统：任务从哪里来、以什么权限运行、留下什么证据、失败如何回收，都应该成为产品能力。
转场：有了这些产品化参照，再回到 BitFun/ADE 的研发全链路。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 页：ADE 范围
建议时长：约 1.2 分钟
讲述目标：说明 BitFun/ADE 不只是更强 IDE，而是可以覆盖需求、任务、实现、验证、评审、交付和运维反馈的研发全链路。
可选提问：如果 ADE 不只是更强 IDE，它应该覆盖研发链路中的哪些节点？
讲稿：回到 BitFun，可以把 ADE 理解成一条覆盖研发全过程的工作台。它不是只在编辑器里补代码，而是从需求与场景开始，进入任务契约，再到实现与验证，随后是评审、合并、发布，最后回到运维反馈和下一轮演进。它的价值也不是替代产品、开发、测试或运维中的某个角色，而是在每个节点把 Agent 能力接进工程流。个人原型场景更关注快速验证和可回滚；开源仓库更关注 PR 质量和维护者信任；企业工程更关注权限、合规、跨团队协作和线上稳定。沿着这条链路看，AI 研发系统真正要解决的问题会变得更具体：需求如何变成可执行任务，实现如何留下确定性证据，评审如何治理海量变更，运维反馈如何沉淀成下一轮上下文和规则。
转场：先从第一个节点开始：需求不是直接丢给 AI，而要先变成可执行、可验收的任务契约。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7 页：需求到任务
建议时长：约 1.3 分钟
讲述目标：用研发链路第一个节点讲清：AI 不是从“写代码”开始，而是从可执行任务契约开始。
可选提问：一个需求什么时候才适合交给 Agent 执行？
讲稿：第一步不是让 AI 直接写代码，而是把需求转成任务契约。传统流程里，产品、设计、开发、测试之间会通过 PRD、设计稿、技术方案、测试用例来反复对齐；Agent 进来以后，这些材料不能消失，反而要更结构化。一个适合交给 Agent 的任务，至少要有四类内容：输入是什么，目标和非目标是什么，验收标准是什么，风险边界在哪里。人的职责是做取舍和定义成功，例如这次是否需要兼容旧数据、是否允许改变交互、是否影响远程工作区。AI 可以辅助做需求拆解、影响面初筛、上下文检索和计划草稿，但不能替人决定产品取舍。这个节点的产物不是代码，而是任务契约；它决定后面实现、验证、评审到底拿什么判断对错。
转场：任务契约明确以后，下一步才是让 Agent 进入实现和验证循环。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8 页：实现到验证
建议时长：约 1.4 分钟
讲述目标：把原来抽象的概率性和确定性问题落到开发节点：Agent 可以探索，放行必须靠验证证据。
可选提问：如果实现过程是概率性的，团队靠什么判断它真的完成了？
讲稿：第二个节点是实现到验证。这里要处理一个核心矛盾：模型生成代码的过程可以是概率性的，但软件工程最后要的是确定性的运行结果。解决办法不是要求模型每一步都完全可预测，而是要求每轮实现都产生可复现证据。Agent 可以改代码、补测试、改文档、重跑命令，也可以尝试不同路径；但每一轮结束时要能说明改了什么、跑了哪些检查、失败在哪里、下一步怎么修。BitFun 这类工具应该承接三类能力：隔离执行，避免探索污染主线；验证矩阵，按前端、核心逻辑、桌面集成等风险选择最小验证；证据包，把 diff 摘要、测试日志、失败列表和影响范围保存下来。这样 0.99 的多轮串联不会只靠信心累乘，而是在每个节点被验证证据打断和纠偏。
转场：实现和验证有证据以后，下一步的问题是：这些海量变更如何进入代码仓和发布流程。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9 页：评审到交付
建议时长：约 1.4 分钟
讲述目标：把开源质量责任、企业复杂协作和代码评审问题统一到评审交付节点，减少抽象重复。
可选提问：维护者或团队负责人如何验证陌生的大量 AI 变更是否值得合并？
讲稿：第三个节点是评审到交付。AI 带来的真实压力不是多了几行代码，而是维护者要在更短时间里判断更大的变更是否可信。这里评审对象要从最终 diff 扩展成 Artifact 包：任务契约、关键设计差异、变更摘要、测试结果、安全和性能检查、影响范围、剩余风险和回滚路径。开源项目里，这能帮助维护者建立对陌生贡献的信任；企业项目里，它能帮助跨团队角色对齐责任，例如谁确认需求、谁确认接口、谁批准发布、谁承担回滚。AI 可以辅助预评审、生成说明、比对规则、提示高风险文件；但人要做风险仲裁，判断质量例外是否可接受，是否需要架构 Owner、测试 Owner 或发布 Owner 介入。评审不是重新阅读 AI 的每一步，而是审查可读、可追责、可复验的交付物。
转场：代码合并或发布以后，工程链路还没有结束，线上反馈必须回到下一轮研发系统。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10 页：发布到运维
建议时长：约 1.3 分钟
讲述目标：把原来的能力演进与架构稳定性放到运维反馈节点，形成从发布到学习的闭环。
可选提问：AI 参与交付后，线上问题和长期维护经验如何变成下一轮能力？
讲稿：第四个节点是发布到运维。AI 时代很容易把注意力放在生成和合并之前，但真正的长期质量要看发布以后。上线后会出现日志、指标、错误报告、用户反馈、性能变化和事故复盘，这些都应该回到下一轮任务契约、测试用例、规则上下文和架构边界里。BitFun/ADE 在这里可以做两件事：第一，把运行证据组织成 Agent 可用的上下文，例如哪类异常反复出现、哪些模块经常被改坏、哪些测试缺口导致返工。第二，把架构和能力边界沉淀成演进协议，例如先锁产品能力，再迁移 owner；先证明接口、权限、远程场景和日志行为等价，再扩大改造范围。这样，运维不是开发之后的尾巴，而是让 Agentic SDLC 持续变聪明的反馈源。
转场：最后回到人和团队：在这个新系统里，开发者角色会怎样变化。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11 页：开发者角色
建议时长：约 1.7 分钟
讲述目标：从团队、个人和新人三个角度说明角色变化，并给出面向新工程系统的技术成长方向。
可选提问：AI 参与每个阶段后，哪些能力应该由系统承接，哪些判断必须由人承担？
讲稿：最后看开发者角色。团队层面，未来的重点不是追求全自动，而是建设可治理交付系统：把需求、架构、日志、测试和历史决策组织成 Agent 可用的上下文；把测试、CI、执行轨迹、代码评审和风险说明变成证据包；用净时间、返工率、评审压力和线上风险判断真实收益。个人层面，变化不是远离代码，而是判断位置前移：开发者要会定义问题，说明目标、非目标和风险边界；要会核验事实，判断上下文是否可信；要会解释风险，判断什么可以自动推进、什么需要补证据；还要能承接责任，出问题能回滚、复盘和沉淀。对刚进入职场的同学，技术成长方向会更宽：不仅要写代码，还要理解需求、用户场景、产品定位、架构约束和运行证据。AI 会降低实现门槛，但会提高对系统理解和工程判断的要求。
转场：最后用三条结论收束，并进入交流。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12 页：谢谢
建议时长：约 0.9 分钟
讲述目标：用三个面向未来的方向性问题收束：IDE 边界、工程信任和开发者角色。
可选提问：如果 AI 真的进入软件工程全生命周期，未来最值得继续追问的是什么？
讲稿：最后留下三个更值得继续讨论的问题。第一，IDE 的终点会是什么？如果 Agent 需要身份、权限、隔离环境、上下文和证据，那么 IDE 可能不再只是编辑器，而会成为 Agent 的运行面和工程控制面。第二，信任如何定价？当代码产出可以被快速放大，团队真正稀缺的会变成可合并的证据、可追责的责任边界和可回滚的系统设计。第三，开发者的坐标在哪里？当实现动作越来越多地交给 Agent，人更需要站在问题定义、架构约束、风险解释和最终责任上。今天的核心判断是：AI 的未来不是让软件工程消失，而是迫使软件工程升级。谢谢大家。
转场：进入交流。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3\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BitFun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如何重新定义软件开发</dc:title>
  <dc:subject>AI 如何重新定义软件开发</dc:subject>
  <dc:creator>BitFun</dc:creator>
  <cp:lastModifiedBy>BitFun</cp:lastModifiedBy>
  <cp:revision>1</cp:revision>
  <dcterms:created xsi:type="dcterms:W3CDTF">2026-05-25T09:12:11Z</dcterms:created>
  <dcterms:modified xsi:type="dcterms:W3CDTF">2026-05-25T09:12:11Z</dcterms:modified>
</cp:coreProperties>
</file>