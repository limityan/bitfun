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开发经验出发，再推导到智能协作系统。第二是速度的背后，讨论为什么产出变快并不等于交付线性变快，以及概率性过程如何通过确定性证据获得高置信度。第三是工程质量与治理，结合外部报告和 BitFun 方法论，看质量门禁、DFX、TDD、Artifact 治理会怎样演进。第四是开发者角色，讨论人在这个系统里如何找到关键位置，而不是只停留在“会不会被替代”的问题上。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页：数十万行代码之后，问题真的变少了吗？
建议时长：约 1.4 分钟
页内重点：先案例后抽象：把 BitFun 作为实际入口，而不是先讲概念。
互动提问：如果一个项目一个月写出数十万行代码，第一反应该是兴奋还是审计？
讲稿：先从一个具体入口看：如果借助 AI，一个项目短时间内可以产生数十万行代码，这当然说明局部编码能力被放大了。但这里最有价值的不是数字，而是它暴露出的工程问题：需求变化会更频繁，原型验证会更快，个人可以先完成过去需要小团队配合的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页：从人 + 人，到人 + 人 + Agent + Agent
建议时长：约 1.5 分钟
页内重点：用协作拓扑替换抽象结论：同步 pair、异步委派、角色化 Agent、人工放行。
互动提问：当 Agent 也能开分支、跑测试、提交 PR 时，团队协作到底变了什么？
讲稿：从 BitFun 这个案例往上抽象，AI 重新定义软件开发，不只是因为模型能写函数，而是团队协作拓扑变了。第一阶段是人加 AI 的同步 pair coding，AI 在 IDE 里帮你补全、解释和修改。第二阶段是异步委派，比如 GitHub Copilot cloud agent 或 Codex cloud：你把 issue 或任务交给 Agent，它在独立环境里研究、建分支、跑测试、准备 PR。第三阶段是角色化 Agent：实现、测试、评审、安全、文档不一定由同一个 Agent 完成，而是通过 subagents、hooks、trace 和工作流编排形成分工。第四阶段仍然是人类放行：人不需要监督每一步 prompt，而是看目标是否达成、证据包是否足够、风险是否可接受、是否可以合并或发布。所以协作对象从人和人，扩展成了人、Agent、工具和证据共同工作的系统。
转场：接下来讨论速度：为什么 AI 让探索更快，但不保证交付自然变稳。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页：速度的背后：概率执行，证据放行
建议时长：约 1.5 分钟
页内重点：加入概率性问题、高置信度、开发者信任与产品可信的关系。
互动提问：同样的模型，为什么有的 Agent 可信，有的 Agent 不可信？
讲稿：AI 介入之后，研发节奏会从排期驱动部分转向想法驱动：先快速探索，再用证据决定是否继续。但这里的核心不是“模型每次都确定正确”，恰恰相反，模型生成天然带有概率性。新的软件工程范式更像是：允许执行过程多路径探索，但最终放行必须依赖可复现证据。开发者信任来自 Agent 层的保护，比如只读计划、沙箱执行、危险操作拦截、失败回注上下文、trace 可回放；产品可信来自测试、评估集、灰度、监控和人工审批。换句话说，我们不是消灭概率性，而是把概率性关进可观察、可比较、可回滚的工程边界里。
转场：更尖锐的问题是：如果模型本身、团队使用的模型和多 Agent 链路都在波动，工程系统怎么收敛？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页：用可控系统收敛不可控过程
建议时长：约 1.2 分钟
页内重点：补充模型波动、概率串联衰减、Agent Team 错误放大，以及阶段性纠错系统。
互动提问：如果每一步都有 99% 正确率，十步之后系统还可信吗？
讲稿：这里可以把问题说得更硬一点：AI 的不确定性不只来自某一次回答。团队里不同人可能使用不同模型，同一个模型不同版本能力会变化，甚至在 temperature 很低时同一评审任务也可能出现不一致。再往上，如果一个 Agent Team 中每一步都把前一步的自然语言结论当事实输入，错误就会像串联系统一样累乘：0.99 的十次方大约只有 0.90；更糟的是，很多错误不是独立随机错误，而是会被后续步骤继承并放大。但治理对象要切清楚：模型、提示词、工具调用这些是后台 telemetry，用于复现、审计和失败排查，不应该变成人类日常评审的主要对象。人类应该判断的是交付对象：需求意图是否明确，代码变更是否完整，测试和运行证据是否足够，风险和回滚是否可接受。阶段门禁就是放在阶段转换处的自动控制点，比如从计划到实现、从实现到评审、从评审到合并。它检查的是交付对象和证据包，而不是每一步操作日志：接口契约、影响范围、构建测试、静态检查、风险标签、owner 和回滚路径。Artifact 也要收窄成可长期管理的关键工程产物，包括需求/任务、设计决策、代码 diff、测试证据、评审结论、发布与回滚记录。系统把复杂执行过程压缩成摘要、差异、来源、不一致提示和风险解释，帮助人做判断；只有在高风险、证据冲突或事故复盘时，才需要下钻到模型和执行轨迹。
转场：有了这层纠偏系统，再看外部数据，会更容易理解为什么速度收益不是天然指数级增长。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页：速度收益不是指数曲线
建议时长：约 1.2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页：速度放大之后，质量责任被重新定义
建议时长：约 1.0 分钟
页内重点：优化第六页：放大中部内容，解释从能跑到可放行的距离。
互动提问：AI 生成的代码能跑之后，距离可合并、可发布、可长期维护还差什么？
讲稿：当速度被放大之后，质量责任会从“这个功能能不能跑”扩展到“谁确认它可以进入系统”。功能能跑，只说明 happy path 暂时成立；设计不沉淀，意味着需求变化没有变成可复用的决策记录；协作被压缩，意味着个人加 Agent 很快，但团队共识可能不足；修复凭自信，意味着 Agent 可以给出看似合理的 patch，却没有复现、日志和验证。这里的关键是把“高置信度”从模型自信改成工程证据：证据不是附属材料，而是进入合并、发布和复盘的主路径。
转场：质量责任落地以后，工程治理需要从门禁转向更细的智能护栏。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页：工程质量：从门禁到智能护栏
建议时长：约 1.4 分钟
页内重点：合并原第七/第八页的重复信息，突出责任链、证据链与小批量反制不稳定。
互动提问：AI 让提交变多以后，维护者和大厂平台到底该看什么？
讲稿：原先第七页和第八页容易讲成重复的质量术语，这里把它收敛为一个治理问题：开源高质量协作强调公共责任，维护者要提升对陌生贡献或 AI-assisted 变更质量的信任度；大厂复杂交付强调系统连续性，组织要处理 owner、依赖链、合规、发布窗口、线上事故成本，以及贯穿整个系统的确定性工件。两者都不能只靠“多跑测试”。更有效的做法是把变化拆小，把责任、证据和 Artifact 绑定到每个小批次：谁拥有模块，谁确认设计边界，哪些测试和运行指标证明可以前进，失败时如何回滚。
转场：再往前看，DFX、TDD、架构守护都会出现 AI 时代的新形态。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页：下一代工程方法：让 DFX 与 TDD 变成 Agent 协议
建议时长：约 1.3 分钟
页内重点：回应 DFX/TDD 新形态：非特定工程的 AI 下解决方案、细化军规、用例形态升级。
互动提问：如果代码军规仍会被幻觉绕过，下一层护栏是什么？
讲稿：这里可以做一个前瞻判断：AI 时代的 DFX 不会只是 Design for X 的静态清单，而会变成一组可执行的 Agent 协议。比如性能、可观测性、安全、可维护性，不再只写在规范里，而是以检查项、基准、trace、回归用例、发布预算的形式进入 Agent 工作流。TDD 也会扩展：不只是先写单元测试再写实现，而是先定义失败证据、属性约束、运行观测和评估集，再让 Agent 在这些证据边界里修改。代码军规仍会有幻觉，所以规则要更细，但更关键的是规则要可执行：能被工具检查、能被 trace 回放、能被 review 独立仲裁。
转场：把这些方法落到 BitFun，就能看到一个 Agent 工程系统的雏形。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页：BitFun 的价值：把开发过程组织成团队工作流
建议时长：约 1.4 分钟
页内重点：把第九页落到可执行方法：Spec/Issue -&gt; Agent Worktree -&gt; Evidence Packet -&gt; Independent Review -&gt; Gate/Merge。
互动提问：如果多个 Agent 同时参与，团队靠什么判断一个变更可以继续前进？
讲稿：回到 BitFun，它不是要证明某个模型更强，而是展示一个团队工作流的雏形。更可落地的做法是把一次 AI 开发压成五个稳定环节：第一，任务从 Issue 或 Spec 进入，明确目标、非目标和风险边界；第二，Agent 在隔离工作区执行，避免把探索过程直接污染主分支；第三，执行结束必须生成证据包，包括 diff 摘要、测试结果、日志、trace、未决风险和回滚路径；第四，评审要角色分离，发现问题、仲裁问题、修复问题、验证修复尽量不要由同一个角色闭环；第五，阶段门禁决定能否进入 PR、合并或发布。这里的关键不是记录每一步操作，而是把复杂过程压缩成团队能读、能审、能追责的交付对象和证据。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页：开发者角色：在新工程系统中找准位置
建议时长：约 1.5 分钟
页内重点：重做第十页：收敛为四步，明确人在各阶段和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转场：最后用三条未来判断收束：未来几年软件工程会往哪里走。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页：三个未来判断
建议时长：约 0.9 分钟
页内重点：压缩前瞻页，作为收束而不是新增概念。
互动提问：未来两三年，软件工程里最先被重写的指标和方法是什么？
讲稿：最后用三条判断收束，不再展开新概念。第一，指标会从代码行数、commit 数转向净收益：需求到证据的时间、评审负担、返工率、故障恢复和知识沉淀。第二，角色会从单一开发者扩展成任务 owner、Agent 编排者、证据审查者和系统治理者，人的价值更多在目标、边界、取舍和责任。第三，工程协议会越来越重要：TDD、DFX、Code Review 不只是人的流程习惯，而会变成 Agent 可读取、可执行、可产证据的协议。未来优秀的软件人才，不只是会用 AI 写代码，而是能把 AI 放进可靠工程系统里工作。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2026-05-21T10:53:16Z</dcterms:created>
  <dcterms:modified xsi:type="dcterms:W3CDTF">2026-05-21T10:53:16Z</dcterms:modified>
</cp:coreProperties>
</file>