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页：主线：产出放大后，协作对象变了
建议时长：约 1.4 分钟
页内重点：承接 BitFun 案例，说明代码产出放大后，协作对象从人和代码扩展到 Agent、证据包和责任链。
互动提问：当 Agent 也能开分支、跑测试、提交 PR 时，团队真正新增的协作对象是什么？
讲稿：由 BitFun 的高速开发经验往上推，主线不是“AI 多写了代码”，而是协作对象变了。过去我们主要管理人和人之间的协作，以及代码进入仓库的流程；现在多了异步 Agent、角色化 Agent、工具执行、测试结果、trace、风险说明和回滚路径。第一阶段是人和 AI 同步 pair coding，AI 在 IDE 或 chat 里帮你补全、解释和修改。第二阶段是异步委派，比如 GitHub Copilot cloud agent 或 Codex cloud：你把任务交给 Agent，它在独立环境里研究、建分支、跑测试、准备 PR。第三阶段是角色化 Agent：实现、测试、评审、安全、文档可能由不同 Agent 或不同流程承担。第四阶段仍然是人类放行，但人看的重点不是每一步 prompt，而是目标是否明确、证据是否足够、风险是否可接受、责任是否能落地。所以 AI 时代的软件工程，不是多一个助手，而是把任务、证据和责任一起纳入协作系统。
转场：协作对象变多以后，真正的治理问题就出现了：AI 可以概率性探索，但系统必须确定性放行。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页：关键机制：概率过程，证据放行
建议时长：约 1.6 分钟
页内重点：说明如何用 Harness 保护、证据包、阶段门禁和人工判断收敛概率性过程。
互动提问：如果每一步都有 99% 正确率，十步之后系统还可信吗？
讲稿：这页是前面协作变化之后的关键机制：我们不要求 AI 的每一步都确定正确，而是允许过程概率性探索，同时把结果放行建立在确定性证据上。AI 的不确定性不只来自某一次回答，团队里不同人可能使用不同模型，同一模型不同版本能力也会波动；如果一个 Agent Team 中每一步都把前一步结论当事实输入，错误会像串联系统一样累乘，0.99 的十次方大约只有 0.90。解决办法不是让人类盯住每一步 prompt，而是建立阶段门禁和证据包。左边是概率探索层，Harness 要提供沙箱、权限、危险操作拦截、失败回注和 trace；中间是证据包，把 diff、测试、日志、风险、回滚路径压缩成人能判断的交付对象；右边是阶段门禁，在计划到实现、实现到评审、评审到合并这些阶段转换处检查完整性、契约、测试、owner 和风险。人类参与的重点也从过程监督变成判断辅助：看摘要、差异、来源、不一致提示和风险解释。也就是说，用可控系统解决不可控过程，核心不是记录更多细节，而是把复杂过程收敛为可审查、可复现、可回滚的证据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页：速度放大之后，质量责任被重新定义
建议时长：约 1.0 分钟
页内重点：解释从能跑到可放行的距离，承接前一页证据放行机制。
互动提问：AI 生成的代码能跑之后，距离可合并、可发布、可长期维护还差什么？
讲稿：当速度被放大之后，质量责任会从“这个功能能不能跑”扩展到“谁确认它可以进入系统”。功能能跑，只说明 happy path 暂时成立；设计不沉淀，意味着需求变化没有变成可复用的决策记录；协作被压缩，意味着个人加 Agent 很快，但团队共识可能不足；修复凭自信，意味着 Agent 可以给出看似合理的 patch，却没有复现、日志和验证。这里的关键是把“高置信度”从模型自信改成工程证据：证据不是附属材料，而是进入合并、发布和复盘的主路径。
转场：质量责任落地以后，工程治理需要从门禁转向更细的智能护栏。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页：工程质量：从门禁到智能护栏
建议时长：约 1.4 分钟
页内重点：突出开源与大厂场景中的责任链、证据链与小批量反制不稳定。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页：开发者角色：在新工程系统中找准位置
建议时长：约 1.5 分钟
页内重点：收敛为四步，明确人在各阶段和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页：三个未来判断
建议时长：约 0.9 分钟
页内重点：压缩前瞻页，作为收束而不是新增概念。
互动提问：未来两三年，软件工程里最先被重写的指标和方法是什么？
讲稿：最后用三条判断收束，不再展开新概念。第一，指标会从代码行数、commit 数转向净收益：需求到证据的时间、评审负担、返工率、故障恢复和知识沉淀。第二，角色会从单一开发者扩展成任务 owner、Agent 编排者、证据审查者和系统治理者，人的价值更多在目标、边界、取舍和责任。第三，工程协议会越来越重要：TDD、DFX、Code Review 不只是人的流程习惯，而会变成 Agent 可读取、可执行、可产证据的协议。未来优秀的软件人才，不只是会用 AI 写代码，而是能把 AI 放进可靠工程系统里工作。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2026-05-21T11:43:33Z</dcterms:created>
  <dcterms:modified xsi:type="dcterms:W3CDTF">2026-05-21T11:43:33Z</dcterms:modified>
</cp:coreProperties>
</file>