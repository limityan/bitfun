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页：数十万行代码之后，问题真的变少了吗？
建议时长：约 1.4 分钟
页内重点：先案例后抽象：把 BitFun 作为实际入口，而不是先讲概念。
互动提问：如果一个项目一个月写出数十万行代码，第一反应该是兴奋还是审计？
讲稿：先从一个具体入口看：如果借助 AI，一个项目短时间内可以产生数十万行代码，这当然说明局部编码能力被放大了。但这里最有价值的不是数字，而是它暴露出的工程问题：需求变化会更频繁，原型验证会更快，个人可以先完成过去需要小团队配合的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页：可验证、可治理、可协作
建议时长：约 1.5 分钟
页内重点：把第三页改为推导结论：目标方向直接写可验证、可治理、可协作。
互动提问：可验证、可治理、可协作分别要靠什么工程机制实现？
讲稿：从 BitFun 这个案例往上抽象，AI 重新定义软件开发，不是因为模型能写多少函数，而是工程对象变大了。过去我们主要管理代码、分支、测试和发布；现在还要管理上下文如何装载、工具权限如何收口、模型输出如何被证据接住、人与 AI 的职责如何切开、中间产物如何被审计。可验证意味着 Finish 不能只是模型说完成，而要绑定测试、日志、trace、复现步骤和用户确认。可治理意味着权限、风险、回滚、合规要在执行链路里硬约束。可协作意味着协作对象从人与人，扩展到人与人加 AI：AI 生成计划、实现、证据和评审建议，人负责目标、取舍、责任和最终放行。
转场：接下来讨论速度：为什么 AI 让探索更快，但不保证交付自然变稳。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页：速度的背后：概率执行，证据放行
建议时长：约 1.5 分钟
页内重点：加入概率性问题、高置信度、开发者信任与产品可信的关系。
互动提问：同样的模型，为什么有的 Agent 可信，有的 Agent 不可信？
讲稿：AI 介入之后，研发节奏会从排期驱动部分转向想法驱动：先快速探索，再用证据决定是否继续。但这里的核心不是“模型每次都确定正确”，恰恰相反，模型生成天然带有概率性。新的软件工程范式更像是：允许执行过程多路径探索，但最终放行必须依赖可复现证据。开发者信任来自 Agent 层的保护，比如只读计划、沙箱执行、危险操作拦截、失败回注上下文、trace 可回放；产品可信来自测试、评估集、灰度、监控和人工审批。换句话说，我们不是消灭概率性，而是把概率性关进可观察、可比较、可回滚的工程边界里。
转场：但是外部数据也提醒我们：速度收益并不是天然指数级增长。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页：速度收益不是指数曲线
建议时长：约 1.4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页：速度放大之后，质量责任被重新定义
建议时长：约 1.2 分钟
页内重点：优化第六页：放大中部内容，解释从能跑到可放行的距离。
互动提问：AI 生成的代码能跑之后，距离可合并、可发布、可长期维护还差什么？
讲稿：当速度被放大之后，质量责任会从“这个功能能不能跑”扩展到“谁确认它可以进入系统”。功能能跑，只说明 happy path 暂时成立；设计不沉淀，意味着需求变化没有变成可复用的决策记录；协作被压缩，意味着个人加 Agent 很快，但团队共识可能不足；修复凭自信，意味着 Agent 可以给出看似合理的 patch，却没有复现、日志和验证。这里的关键是把“高置信度”从模型自信改成工程证据：证据不是附属材料，而是进入合并、发布和复盘的主路径。
转场：质量责任落地以后，工程治理需要从门禁转向更细的智能护栏。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页：工程质量：从门禁到智能护栏
建议时长：约 1.5 分钟
页内重点：合并原第七/第八页的重复信息，突出责任链、证据链与小批量反制不稳定。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页：BitFun 的价值：把开发过程组织成工件流
建议时长：约 1.4 分钟
页内重点：重做第九页：四个框图错开，扩展 Planning/Evidence/Review/Self-iteration 的工程含义。
互动提问：一次失败只是修一个 bug，还是沉淀成下一版工程系统？
讲稿：回到 BitFun，它不是要证明某个模型更强，而是展示一个智能协作系统的雏形。计划不只是聊天里的 TODO，而应该形成项目可管理的 Spec 或任务工件；证据不只是“我看过代码”，而是日志、复现步骤、测试结果、trace 和差异说明；评审不是实现者自审，而是问题发现、仲裁、修复、验证分离，并把中间产物规范化；自迭代也分层：个人级别是把失败经验变成下一次提示和检查清单，项目级别则是把稳定流程沉淀为 Rules、Skill、模板和质量门禁。这样 AI 不是随意写代码，而是在工件流里工作。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页：开发者角色：在新工程系统中找准位置
建议时长：约 1.5 分钟
页内重点：重做第十页：收敛为四步，明确人在各阶段和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转场：最后用三条未来判断收束：未来几年软件工程会往哪里走。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页：三个未来判断
建议时长：约 1.1 分钟
页内重点：新增前瞻页，补创新性和未来预言。
互动提问：未来两三年，软件工程里最先被重写的指标和方法是什么？
讲稿：我用三条判断收束。第一，代码行数会越来越不重要，团队会转向净收益指标：从需求到可验证结果的时间、review 负担、返工率、故障恢复和知识沉淀。第二，架构与规则会更重要，不是因为 AI 不会写代码，而是因为越强的生成能力越需要清晰边界、模块契约、权限模型和可观测性来约束不确定性。第三，TDD、DFX、Code Review 会从人的流程习惯，逐步变成 Agent 可执行的工程协议：测试不只是用例，还是证据接口；评审不只是意见，还是可追踪 Artifact；规范不只是文档，还是工具可以检查的控制面。谁能把这些协议做好，谁就能把 AI 从 demo 推向可靠交付。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2026-05-21T03:52:19Z</dcterms:created>
  <dcterms:modified xsi:type="dcterms:W3CDTF">2026-05-21T03:52:19Z</dcterms:modified>
</cp:coreProperties>
</file>