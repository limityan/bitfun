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页内重点：正式首页：标题、演讲者和报告定位。
互动提问：AI 时代的软件开发，变化最大的究竟是什么？
讲稿：各位好，今天分享的主题是《AI 如何重新定义软件开发》。这不是一场工具介绍，也不是 BitFun 的项目复盘，而是想借 BitFun 这个引子，讨论 AI 从代码补全走向 Agentic Coding 之后，对软件开发全生命周期、工程治理方式和开发者角色带来的变化。
转场：先用目录把 15 分钟的内容收敛成几个大的主题。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页：报告目录
建议时长：约 0.5 分钟
页内重点：目录页：用 4 个主题串起后续内容。
互动提问：这 15 分钟，我们围绕哪些问题展开？
讲稿：这场报告会按四个问题域展开。第一，先建立主线并用 BitFun 打开问题；第二，看 AI 如何放大产能和探索速度；第三，讨论速度背后的质量责任和工程护栏；第四，回到 BitFun 缩影、高校听众的角色变化，并在最后进入答疑互动。
转场：先从这场报告最核心的一句话开始。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页：从写代码，到组织智能协作系统
建议时长：约 1.5 分钟
页内重点：主题一：建立全局主线，说明软件工程对象正在扩大。
互动提问：AI 重新定义软件开发，究竟改变的是代码，还是开发过程本身？
讲稿：各位好，今天这场报告不做工具排行，也不展开 BitFun 的实现细节。报告的主线很简单：AI 重新定义软件开发，不只是因为它能更快生成代码，而是因为它正在改变软件工程的基本对象。过去我们关注代码、函数和文件；现在还要关注任务、上下文、工具、权限、验证、反馈、人类监督和组织流程。对高校听众来说，最值得关注的也不是一句“AI 会不会取代程序员”，而是未来的软件人才需要如何重新定义自己的能力结构。
转场：下一页用 BitFun 的高速 AI 开发现象打开问题，但不会把它讲成产能宣传。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页：xx w+ 行代码之后，问题真的变少了吗？
建议时长：约 2 分钟
页内重点：开场案例：用 BitFun 一个月 xx w+ 行代码引出产能放大后的工程问题。
互动提问：如果一个项目一个月写出 xx w+ 行代码，我们应该先兴奋，还是先紧张？
讲稿：先看一个现象：如果一个项目借助 AI，一个月可以产出 xx w+ 行代码，我们应该先兴奋，还是先紧张？这里不要把数字讲成产能宣传，而要把它讲成问题入口。代码写得更快，是否意味着产品更快成熟？需求改得更频繁，是否意味着方向更灵活，还是更容易失控？团队协作变少，是否意味着效率更高，还是质量检查被省略？如果进入开源高质量协作或复杂组织交付，还缺什么？这页的核心判断是：AI 首先改变的不是“代码怎么写”，而是软件开发的速度、风险和组织方式如何被重新分配。
转场：接下来先讲 AI 的正面价值：探索变快，变化也变快。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页：AI 先改变探索方式
建议时长：约 1.5 分钟
页内重点：说明 AI 对原型验证、需求变化和个人探索的真实收益。
互动提问：如果一周做完原型，老板真正会追问速度，还是上线证据？
讲稿：AI 对早期研发最大的改变，是把很多探索从排期驱动变成想法驱动。过去一个想法需要进入 backlog、排人、评估成本；现在一个人和 Agent 就能快速做出可运行版本。这对学生项目、科研原型、内部创新都很有价值：原型更快，需求更灵活，探索成本更低，很多过去不值得排期的想法可以被验证。但这里有一个边界：AI 主要解决探索速度，不自动解决质量责任。真实工程最终仍要回到证据驱动。
转场：当速度进入真实工程链路，AI 就不再只是代码补全。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页：速度的背面：质量责任被重新定义
建议时长：约 2 分钟
页内重点：大纲第 4 页：速度放大之后，解释质量责任、追溯、协作和长期维护缺口。
互动提问：AI 生成的代码能跑之后，距离可合并、可发布、可长期维护还差什么？
讲稿：速度放大之后，新的问题会出现。非商用探索阶段，很多问题可以暂时接受：功能能跑，但边界不一定稳定；需求变化很快，但设计决策不一定沉淀；代码很多，但评审和测试不一定跟上；一个人推进很快，但知识可能没有进入团队流程；Agent 能修问题，但修复依据可能来自模型自信，而不是外部证据。这里也能引出概率性和确定性的关系：AI 生成过程允许多路径探索，但软件工程的放行依据必须是可复现、可审查、可回滚的确定性证据。
转场：走出个人探索之后，会出现两类不同的高质量要求。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页：高质量不是一个标准
建议时长：约 2.5 分钟
页内重点：把单一高质量要求拆成开源公共责任和复杂组织交付责任。
互动提问：AI 生成的代码通过单测后，距离合并和上线还差什么？
讲稿：这里要特别区分两个方向。第一类是开源高质量协作，它不一定是商用，但有公共责任。开发者要对提交负责，维护者要验证陌生人或 AI-assisted contributor 的大规模变更是否可读、可测、可维护、符合项目方向。第二类是大厂复杂交付，问题不是多跑几个测试，而是跨团队 owner、依赖链、合规、发布窗口、线上故障成本。AI 让改动来得更快，但组织要回答：谁负责，哪些证据可以放行，失败后如何回滚和复盘。
转场：所以成熟做法会围绕责任、证据和可追踪性来设计。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页：成熟补法：让快速变化进入工程护栏
建议时长：约 2.5 分钟
页内重点：大纲第 6 页：以解决问题的方式讲成熟工程补法，不单独平铺术语。
互动提问：Finish 是一句“我完成了”，还是一组外部证据？
讲稿：成熟补法不要讲成术语列表，而要讲成四类工程能力。第一是代码检视与质量门禁，让“完成”绑定测试、CI、review finding、代码扫描和依赖审查。第二是架构稳定性与设计治理，因为 AI 很容易局部最优地补一段代码，却破坏长期边界，所以需要 ADR、RFC、依赖边界检查、模块 owner 和架构守护测试。第三是性能看护，用 benchmark、performance budget、profiling 和可观测数据发现退化。第四是发布风险控制，包括 feature flag、canary、灰度、SLO、error budget 和回滚。它们共同把概率性的中间产物，接回确定性的工程证据。
转场：这也是为什么 BitFun 可以作为一个缩影，而不只是一个聊天壳。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页：BitFun 的价值：不是项目细节，而是四个问题
建议时长：约 1.5 分钟
页内重点：回扣 BitFun，用四个工作流解释 Agent Runtime 的工程意义。
互动提问：一次失败只是修一个 bug，还是沉淀成下一版工作流？
讲稿：回到 BitFun，它在这里不是要展示项目细节，而是作为缩影。Planning 对应快速变化的需求，需要先探索和计划。Evidence 对应调试不能只凭模型自信，需要日志、复现和证据。Review 对应执行者、审查者和仲裁者要分离。Self-iteration 对应一次失败不只是修一段代码，而要沉淀成下一版工作流。它们共同指向一个判断：AI 工具未来不是更会聊天，而是把开发过程组织成可验证、可追踪、可治理的工程系统。
转场：最后，把这个变化落到学生、研究生和高校教师最关心的角色变化。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页：从会写代码，到会组织智能协作系统
建议时长：约 1.5 分钟
页内重点：面向高校听众收束：编程基础仍重要，但能力结构会升级。
互动提问：如果 AI 能完成大部分编程作业，编程课还应该训练什么？
讲稿：最后回到大家最关心的问题：AI 会不会替代程序员？更准确的说法是，开发者的能力结构正在改变。过去我们强调写代码、熟悉 API、修 bug、实现功能；AI 时代这些仍然重要，但不够了。工程师还要定义任务、组织上下文、设计验证闭环、编排 Agent 和工具、维护系统演进与质量边界。对学生来说，编程基础仍然重要，因为你要能判断 AI 写得对不对；对老师来说，评价也会从代码能不能跑，扩展到学生能否定义问题、选择工具、验证结果、解释风险。
转场：这里可以进入 Q&amp;A，围绕课程教学、开源协作或企业研发流程展开。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页：谢谢
建议时长：Q&amp;A
页内重点：致谢页，并明确进入答疑互动环节。
互动提问：围绕 AI 编程、工程治理和开发者角色继续讨论。
讲稿：以上就是今天的主要内容。最后留一个互动问题：如果 AI 能让个人产能接近一个小团队，团队协作、质量责任和课程评价应该如何重新设计？接下来进入答疑互动，围绕 AI 编程、工程治理和开发者角色继续交流。
转场：答疑互动。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2026-05-20T11:09:06Z</dcterms:created>
  <dcterms:modified xsi:type="dcterms:W3CDTF">2026-05-20T11:09:06Z</dcterms:modified>
</cp:coreProperties>
</file>